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3761FC-1F82-40C4-AAED-6007CA1BD91B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3F82541-CF05-4150-A51F-4DC3DB4D031A}">
      <dgm:prSet phldrT="[Text]" phldr="0"/>
      <dgm:spPr/>
      <dgm:t>
        <a:bodyPr/>
        <a:lstStyle/>
        <a:p>
          <a:r>
            <a:rPr lang="en-US" dirty="0"/>
            <a:t>Agent Prompt</a:t>
          </a:r>
        </a:p>
      </dgm:t>
    </dgm:pt>
    <dgm:pt modelId="{F7C11E00-ACAD-4E6F-8EF1-37A2EE1BB3D5}" type="parTrans" cxnId="{0FA6DD21-8887-480A-9125-6B78E4920DC6}">
      <dgm:prSet/>
      <dgm:spPr/>
      <dgm:t>
        <a:bodyPr/>
        <a:lstStyle/>
        <a:p>
          <a:endParaRPr lang="en-US"/>
        </a:p>
      </dgm:t>
    </dgm:pt>
    <dgm:pt modelId="{C31A527F-1739-4811-8487-40A2A5136EA8}" type="sibTrans" cxnId="{0FA6DD21-8887-480A-9125-6B78E4920DC6}">
      <dgm:prSet/>
      <dgm:spPr/>
      <dgm:t>
        <a:bodyPr/>
        <a:lstStyle/>
        <a:p>
          <a:endParaRPr lang="en-US"/>
        </a:p>
      </dgm:t>
    </dgm:pt>
    <dgm:pt modelId="{C93886FD-3E78-49EE-96F6-04B3164FE730}">
      <dgm:prSet phldrT="[Text]" phldr="0"/>
      <dgm:spPr/>
      <dgm:t>
        <a:bodyPr/>
        <a:lstStyle/>
        <a:p>
          <a:r>
            <a:rPr lang="en-US" dirty="0"/>
            <a:t>Interactions</a:t>
          </a:r>
        </a:p>
      </dgm:t>
    </dgm:pt>
    <dgm:pt modelId="{D5CA6CE0-4CEC-49E7-A9AB-C51FBA9397CF}" type="parTrans" cxnId="{2BCA3C1B-7D53-4662-BDD7-8C15AA95CC96}">
      <dgm:prSet/>
      <dgm:spPr/>
      <dgm:t>
        <a:bodyPr/>
        <a:lstStyle/>
        <a:p>
          <a:endParaRPr lang="en-US"/>
        </a:p>
      </dgm:t>
    </dgm:pt>
    <dgm:pt modelId="{5347C9ED-F2DB-4B68-A18B-C89FBDA126A1}" type="sibTrans" cxnId="{2BCA3C1B-7D53-4662-BDD7-8C15AA95CC96}">
      <dgm:prSet/>
      <dgm:spPr/>
      <dgm:t>
        <a:bodyPr/>
        <a:lstStyle/>
        <a:p>
          <a:endParaRPr lang="en-US"/>
        </a:p>
      </dgm:t>
    </dgm:pt>
    <dgm:pt modelId="{FFD9FB29-BAE1-439C-8077-D66073342BCA}">
      <dgm:prSet phldrT="[Text]" phldr="0"/>
      <dgm:spPr/>
      <dgm:t>
        <a:bodyPr/>
        <a:lstStyle/>
        <a:p>
          <a:r>
            <a:rPr lang="en-US" dirty="0"/>
            <a:t>Memories</a:t>
          </a:r>
        </a:p>
      </dgm:t>
    </dgm:pt>
    <dgm:pt modelId="{5483DDE4-A8A2-4019-BF5C-83213041C95D}" type="parTrans" cxnId="{10266ACA-4955-435E-BD60-6FC196E1DC9A}">
      <dgm:prSet/>
      <dgm:spPr/>
      <dgm:t>
        <a:bodyPr/>
        <a:lstStyle/>
        <a:p>
          <a:endParaRPr lang="en-US"/>
        </a:p>
      </dgm:t>
    </dgm:pt>
    <dgm:pt modelId="{ACA9A891-3282-4DBB-81E0-7CE04B82459E}" type="sibTrans" cxnId="{10266ACA-4955-435E-BD60-6FC196E1DC9A}">
      <dgm:prSet/>
      <dgm:spPr/>
      <dgm:t>
        <a:bodyPr/>
        <a:lstStyle/>
        <a:p>
          <a:endParaRPr lang="en-US"/>
        </a:p>
      </dgm:t>
    </dgm:pt>
    <dgm:pt modelId="{CAA01390-29E6-40D1-A4C0-E63BEF5AB0C1}">
      <dgm:prSet phldrT="[Text]" phldr="0"/>
      <dgm:spPr/>
      <dgm:t>
        <a:bodyPr/>
        <a:lstStyle/>
        <a:p>
          <a:r>
            <a:rPr lang="en-US" dirty="0"/>
            <a:t>Intelligence</a:t>
          </a:r>
        </a:p>
      </dgm:t>
    </dgm:pt>
    <dgm:pt modelId="{D083A35F-4E81-4810-BB65-7E9906641650}" type="parTrans" cxnId="{C51740E1-5A77-4CEB-ADCE-805CB77EE2E1}">
      <dgm:prSet/>
      <dgm:spPr/>
      <dgm:t>
        <a:bodyPr/>
        <a:lstStyle/>
        <a:p>
          <a:endParaRPr lang="en-US"/>
        </a:p>
      </dgm:t>
    </dgm:pt>
    <dgm:pt modelId="{AEE0972A-B09C-431B-A1EF-BF9A229A78CE}" type="sibTrans" cxnId="{C51740E1-5A77-4CEB-ADCE-805CB77EE2E1}">
      <dgm:prSet/>
      <dgm:spPr/>
      <dgm:t>
        <a:bodyPr/>
        <a:lstStyle/>
        <a:p>
          <a:endParaRPr lang="en-US"/>
        </a:p>
      </dgm:t>
    </dgm:pt>
    <dgm:pt modelId="{A542F674-2642-471E-9543-FFA5013BEC87}">
      <dgm:prSet phldrT="[Text]" phldr="0"/>
      <dgm:spPr/>
      <dgm:t>
        <a:bodyPr/>
        <a:lstStyle/>
        <a:p>
          <a:r>
            <a:rPr lang="en-US" dirty="0"/>
            <a:t>Knowledge</a:t>
          </a:r>
        </a:p>
      </dgm:t>
    </dgm:pt>
    <dgm:pt modelId="{AFA5FB64-6A95-491E-8DA8-F0BBEEF39AAA}" type="parTrans" cxnId="{3F5AED70-2DE9-4D2E-B535-BFDFB5467C0F}">
      <dgm:prSet/>
      <dgm:spPr/>
      <dgm:t>
        <a:bodyPr/>
        <a:lstStyle/>
        <a:p>
          <a:endParaRPr lang="en-US"/>
        </a:p>
      </dgm:t>
    </dgm:pt>
    <dgm:pt modelId="{A5759CBB-1697-44CB-BDE6-BB4053CB6F0C}" type="sibTrans" cxnId="{3F5AED70-2DE9-4D2E-B535-BFDFB5467C0F}">
      <dgm:prSet/>
      <dgm:spPr/>
      <dgm:t>
        <a:bodyPr/>
        <a:lstStyle/>
        <a:p>
          <a:endParaRPr lang="en-US"/>
        </a:p>
      </dgm:t>
    </dgm:pt>
    <dgm:pt modelId="{A5E52DAD-CB46-4C57-92E7-440202D99996}" type="pres">
      <dgm:prSet presAssocID="{9B3761FC-1F82-40C4-AAED-6007CA1BD91B}" presName="cycle" presStyleCnt="0">
        <dgm:presLayoutVars>
          <dgm:dir/>
          <dgm:resizeHandles val="exact"/>
        </dgm:presLayoutVars>
      </dgm:prSet>
      <dgm:spPr/>
    </dgm:pt>
    <dgm:pt modelId="{26025FCF-F404-44AE-A3B0-A5A9B9A28582}" type="pres">
      <dgm:prSet presAssocID="{93F82541-CF05-4150-A51F-4DC3DB4D031A}" presName="dummy" presStyleCnt="0"/>
      <dgm:spPr/>
    </dgm:pt>
    <dgm:pt modelId="{819885E2-9AFE-4FB1-96CB-7EA294A8AB3D}" type="pres">
      <dgm:prSet presAssocID="{93F82541-CF05-4150-A51F-4DC3DB4D031A}" presName="node" presStyleLbl="revTx" presStyleIdx="0" presStyleCnt="5">
        <dgm:presLayoutVars>
          <dgm:bulletEnabled val="1"/>
        </dgm:presLayoutVars>
      </dgm:prSet>
      <dgm:spPr/>
    </dgm:pt>
    <dgm:pt modelId="{2DB4D756-7CC2-4DF6-9577-01414B10750B}" type="pres">
      <dgm:prSet presAssocID="{C31A527F-1739-4811-8487-40A2A5136EA8}" presName="sibTrans" presStyleLbl="node1" presStyleIdx="0" presStyleCnt="5"/>
      <dgm:spPr/>
    </dgm:pt>
    <dgm:pt modelId="{B87D8ED2-59C4-436A-8169-F59BAA645D8E}" type="pres">
      <dgm:prSet presAssocID="{C93886FD-3E78-49EE-96F6-04B3164FE730}" presName="dummy" presStyleCnt="0"/>
      <dgm:spPr/>
    </dgm:pt>
    <dgm:pt modelId="{9A4D20E6-E0EA-4BD8-9514-6BA7123B9F96}" type="pres">
      <dgm:prSet presAssocID="{C93886FD-3E78-49EE-96F6-04B3164FE730}" presName="node" presStyleLbl="revTx" presStyleIdx="1" presStyleCnt="5">
        <dgm:presLayoutVars>
          <dgm:bulletEnabled val="1"/>
        </dgm:presLayoutVars>
      </dgm:prSet>
      <dgm:spPr/>
    </dgm:pt>
    <dgm:pt modelId="{536EEFAC-F2E1-4C20-A1EF-4A649BECA245}" type="pres">
      <dgm:prSet presAssocID="{5347C9ED-F2DB-4B68-A18B-C89FBDA126A1}" presName="sibTrans" presStyleLbl="node1" presStyleIdx="1" presStyleCnt="5"/>
      <dgm:spPr/>
    </dgm:pt>
    <dgm:pt modelId="{1456BDF9-FC9A-4A04-BCD4-A1B03A0AEA40}" type="pres">
      <dgm:prSet presAssocID="{FFD9FB29-BAE1-439C-8077-D66073342BCA}" presName="dummy" presStyleCnt="0"/>
      <dgm:spPr/>
    </dgm:pt>
    <dgm:pt modelId="{0F8427F2-94F3-4B06-8BD2-AB83E56B7207}" type="pres">
      <dgm:prSet presAssocID="{FFD9FB29-BAE1-439C-8077-D66073342BCA}" presName="node" presStyleLbl="revTx" presStyleIdx="2" presStyleCnt="5">
        <dgm:presLayoutVars>
          <dgm:bulletEnabled val="1"/>
        </dgm:presLayoutVars>
      </dgm:prSet>
      <dgm:spPr/>
    </dgm:pt>
    <dgm:pt modelId="{A3D35B9E-AD54-4963-B173-71895987D114}" type="pres">
      <dgm:prSet presAssocID="{ACA9A891-3282-4DBB-81E0-7CE04B82459E}" presName="sibTrans" presStyleLbl="node1" presStyleIdx="2" presStyleCnt="5"/>
      <dgm:spPr/>
    </dgm:pt>
    <dgm:pt modelId="{BC2D75D2-A52D-48E7-B947-2A398E255908}" type="pres">
      <dgm:prSet presAssocID="{CAA01390-29E6-40D1-A4C0-E63BEF5AB0C1}" presName="dummy" presStyleCnt="0"/>
      <dgm:spPr/>
    </dgm:pt>
    <dgm:pt modelId="{613D99B5-3F1D-40BC-8CDD-5B5A2F038842}" type="pres">
      <dgm:prSet presAssocID="{CAA01390-29E6-40D1-A4C0-E63BEF5AB0C1}" presName="node" presStyleLbl="revTx" presStyleIdx="3" presStyleCnt="5">
        <dgm:presLayoutVars>
          <dgm:bulletEnabled val="1"/>
        </dgm:presLayoutVars>
      </dgm:prSet>
      <dgm:spPr/>
    </dgm:pt>
    <dgm:pt modelId="{C8D6BB0B-6986-4A00-A13E-14AF2809ECFE}" type="pres">
      <dgm:prSet presAssocID="{AEE0972A-B09C-431B-A1EF-BF9A229A78CE}" presName="sibTrans" presStyleLbl="node1" presStyleIdx="3" presStyleCnt="5"/>
      <dgm:spPr/>
    </dgm:pt>
    <dgm:pt modelId="{B2714119-C77E-4865-B351-F23D3C0C35A1}" type="pres">
      <dgm:prSet presAssocID="{A542F674-2642-471E-9543-FFA5013BEC87}" presName="dummy" presStyleCnt="0"/>
      <dgm:spPr/>
    </dgm:pt>
    <dgm:pt modelId="{072D9A0D-6092-4B94-8B1A-69C0529DA502}" type="pres">
      <dgm:prSet presAssocID="{A542F674-2642-471E-9543-FFA5013BEC87}" presName="node" presStyleLbl="revTx" presStyleIdx="4" presStyleCnt="5">
        <dgm:presLayoutVars>
          <dgm:bulletEnabled val="1"/>
        </dgm:presLayoutVars>
      </dgm:prSet>
      <dgm:spPr/>
    </dgm:pt>
    <dgm:pt modelId="{F41132E6-A4C9-4BEF-A563-0237DF6D3BBC}" type="pres">
      <dgm:prSet presAssocID="{A5759CBB-1697-44CB-BDE6-BB4053CB6F0C}" presName="sibTrans" presStyleLbl="node1" presStyleIdx="4" presStyleCnt="5"/>
      <dgm:spPr/>
    </dgm:pt>
  </dgm:ptLst>
  <dgm:cxnLst>
    <dgm:cxn modelId="{2BCA3C1B-7D53-4662-BDD7-8C15AA95CC96}" srcId="{9B3761FC-1F82-40C4-AAED-6007CA1BD91B}" destId="{C93886FD-3E78-49EE-96F6-04B3164FE730}" srcOrd="1" destOrd="0" parTransId="{D5CA6CE0-4CEC-49E7-A9AB-C51FBA9397CF}" sibTransId="{5347C9ED-F2DB-4B68-A18B-C89FBDA126A1}"/>
    <dgm:cxn modelId="{0FA6DD21-8887-480A-9125-6B78E4920DC6}" srcId="{9B3761FC-1F82-40C4-AAED-6007CA1BD91B}" destId="{93F82541-CF05-4150-A51F-4DC3DB4D031A}" srcOrd="0" destOrd="0" parTransId="{F7C11E00-ACAD-4E6F-8EF1-37A2EE1BB3D5}" sibTransId="{C31A527F-1739-4811-8487-40A2A5136EA8}"/>
    <dgm:cxn modelId="{21F7612C-D9F4-41B7-97A5-FB48456497FB}" type="presOf" srcId="{FFD9FB29-BAE1-439C-8077-D66073342BCA}" destId="{0F8427F2-94F3-4B06-8BD2-AB83E56B7207}" srcOrd="0" destOrd="0" presId="urn:microsoft.com/office/officeart/2005/8/layout/cycle1"/>
    <dgm:cxn modelId="{3300333D-C475-4733-80BF-F30F968F50A2}" type="presOf" srcId="{9B3761FC-1F82-40C4-AAED-6007CA1BD91B}" destId="{A5E52DAD-CB46-4C57-92E7-440202D99996}" srcOrd="0" destOrd="0" presId="urn:microsoft.com/office/officeart/2005/8/layout/cycle1"/>
    <dgm:cxn modelId="{C0E5105D-60F8-4153-9D3E-5BA846AF6930}" type="presOf" srcId="{A542F674-2642-471E-9543-FFA5013BEC87}" destId="{072D9A0D-6092-4B94-8B1A-69C0529DA502}" srcOrd="0" destOrd="0" presId="urn:microsoft.com/office/officeart/2005/8/layout/cycle1"/>
    <dgm:cxn modelId="{5D6B9D63-7C98-41AD-B0E6-80D7B3E6BA6A}" type="presOf" srcId="{5347C9ED-F2DB-4B68-A18B-C89FBDA126A1}" destId="{536EEFAC-F2E1-4C20-A1EF-4A649BECA245}" srcOrd="0" destOrd="0" presId="urn:microsoft.com/office/officeart/2005/8/layout/cycle1"/>
    <dgm:cxn modelId="{3F5AED70-2DE9-4D2E-B535-BFDFB5467C0F}" srcId="{9B3761FC-1F82-40C4-AAED-6007CA1BD91B}" destId="{A542F674-2642-471E-9543-FFA5013BEC87}" srcOrd="4" destOrd="0" parTransId="{AFA5FB64-6A95-491E-8DA8-F0BBEEF39AAA}" sibTransId="{A5759CBB-1697-44CB-BDE6-BB4053CB6F0C}"/>
    <dgm:cxn modelId="{44E07178-DB9D-4E18-BF52-AECB63227FFB}" type="presOf" srcId="{C93886FD-3E78-49EE-96F6-04B3164FE730}" destId="{9A4D20E6-E0EA-4BD8-9514-6BA7123B9F96}" srcOrd="0" destOrd="0" presId="urn:microsoft.com/office/officeart/2005/8/layout/cycle1"/>
    <dgm:cxn modelId="{BF323295-0022-4A49-8304-ACF4AE117F09}" type="presOf" srcId="{AEE0972A-B09C-431B-A1EF-BF9A229A78CE}" destId="{C8D6BB0B-6986-4A00-A13E-14AF2809ECFE}" srcOrd="0" destOrd="0" presId="urn:microsoft.com/office/officeart/2005/8/layout/cycle1"/>
    <dgm:cxn modelId="{664DBFAA-250D-4E45-8606-336361403764}" type="presOf" srcId="{C31A527F-1739-4811-8487-40A2A5136EA8}" destId="{2DB4D756-7CC2-4DF6-9577-01414B10750B}" srcOrd="0" destOrd="0" presId="urn:microsoft.com/office/officeart/2005/8/layout/cycle1"/>
    <dgm:cxn modelId="{5E2A23AF-8AC3-45D1-BFE5-DFCF7B419648}" type="presOf" srcId="{CAA01390-29E6-40D1-A4C0-E63BEF5AB0C1}" destId="{613D99B5-3F1D-40BC-8CDD-5B5A2F038842}" srcOrd="0" destOrd="0" presId="urn:microsoft.com/office/officeart/2005/8/layout/cycle1"/>
    <dgm:cxn modelId="{074698C1-E09C-4A83-AB5D-6F40BC6024D2}" type="presOf" srcId="{A5759CBB-1697-44CB-BDE6-BB4053CB6F0C}" destId="{F41132E6-A4C9-4BEF-A563-0237DF6D3BBC}" srcOrd="0" destOrd="0" presId="urn:microsoft.com/office/officeart/2005/8/layout/cycle1"/>
    <dgm:cxn modelId="{10266ACA-4955-435E-BD60-6FC196E1DC9A}" srcId="{9B3761FC-1F82-40C4-AAED-6007CA1BD91B}" destId="{FFD9FB29-BAE1-439C-8077-D66073342BCA}" srcOrd="2" destOrd="0" parTransId="{5483DDE4-A8A2-4019-BF5C-83213041C95D}" sibTransId="{ACA9A891-3282-4DBB-81E0-7CE04B82459E}"/>
    <dgm:cxn modelId="{30FB8CCA-8FC0-4E3D-A74C-29D2BA5D82EE}" type="presOf" srcId="{93F82541-CF05-4150-A51F-4DC3DB4D031A}" destId="{819885E2-9AFE-4FB1-96CB-7EA294A8AB3D}" srcOrd="0" destOrd="0" presId="urn:microsoft.com/office/officeart/2005/8/layout/cycle1"/>
    <dgm:cxn modelId="{798724D4-277F-405E-95ED-0B332A987F01}" type="presOf" srcId="{ACA9A891-3282-4DBB-81E0-7CE04B82459E}" destId="{A3D35B9E-AD54-4963-B173-71895987D114}" srcOrd="0" destOrd="0" presId="urn:microsoft.com/office/officeart/2005/8/layout/cycle1"/>
    <dgm:cxn modelId="{C51740E1-5A77-4CEB-ADCE-805CB77EE2E1}" srcId="{9B3761FC-1F82-40C4-AAED-6007CA1BD91B}" destId="{CAA01390-29E6-40D1-A4C0-E63BEF5AB0C1}" srcOrd="3" destOrd="0" parTransId="{D083A35F-4E81-4810-BB65-7E9906641650}" sibTransId="{AEE0972A-B09C-431B-A1EF-BF9A229A78CE}"/>
    <dgm:cxn modelId="{DC57130E-603C-45C7-9F00-D369F0FBF7E2}" type="presParOf" srcId="{A5E52DAD-CB46-4C57-92E7-440202D99996}" destId="{26025FCF-F404-44AE-A3B0-A5A9B9A28582}" srcOrd="0" destOrd="0" presId="urn:microsoft.com/office/officeart/2005/8/layout/cycle1"/>
    <dgm:cxn modelId="{14238447-1DF4-4844-9D05-A70AF8F59ECE}" type="presParOf" srcId="{A5E52DAD-CB46-4C57-92E7-440202D99996}" destId="{819885E2-9AFE-4FB1-96CB-7EA294A8AB3D}" srcOrd="1" destOrd="0" presId="urn:microsoft.com/office/officeart/2005/8/layout/cycle1"/>
    <dgm:cxn modelId="{3831FCE4-3674-4ED3-8A99-CB7DD3A2AAC6}" type="presParOf" srcId="{A5E52DAD-CB46-4C57-92E7-440202D99996}" destId="{2DB4D756-7CC2-4DF6-9577-01414B10750B}" srcOrd="2" destOrd="0" presId="urn:microsoft.com/office/officeart/2005/8/layout/cycle1"/>
    <dgm:cxn modelId="{FCA6C88B-228F-41AE-A236-37493AD97D6C}" type="presParOf" srcId="{A5E52DAD-CB46-4C57-92E7-440202D99996}" destId="{B87D8ED2-59C4-436A-8169-F59BAA645D8E}" srcOrd="3" destOrd="0" presId="urn:microsoft.com/office/officeart/2005/8/layout/cycle1"/>
    <dgm:cxn modelId="{2F22F11F-5D26-41D0-8F73-9DB3FD6AF44A}" type="presParOf" srcId="{A5E52DAD-CB46-4C57-92E7-440202D99996}" destId="{9A4D20E6-E0EA-4BD8-9514-6BA7123B9F96}" srcOrd="4" destOrd="0" presId="urn:microsoft.com/office/officeart/2005/8/layout/cycle1"/>
    <dgm:cxn modelId="{B085078C-6675-4CC2-AEA2-2A58941EFBA9}" type="presParOf" srcId="{A5E52DAD-CB46-4C57-92E7-440202D99996}" destId="{536EEFAC-F2E1-4C20-A1EF-4A649BECA245}" srcOrd="5" destOrd="0" presId="urn:microsoft.com/office/officeart/2005/8/layout/cycle1"/>
    <dgm:cxn modelId="{50B4E227-78EC-4A73-93D2-CEDDB0C00484}" type="presParOf" srcId="{A5E52DAD-CB46-4C57-92E7-440202D99996}" destId="{1456BDF9-FC9A-4A04-BCD4-A1B03A0AEA40}" srcOrd="6" destOrd="0" presId="urn:microsoft.com/office/officeart/2005/8/layout/cycle1"/>
    <dgm:cxn modelId="{7DAD03A7-74DB-4A3B-ADBA-FE2CC3681BA6}" type="presParOf" srcId="{A5E52DAD-CB46-4C57-92E7-440202D99996}" destId="{0F8427F2-94F3-4B06-8BD2-AB83E56B7207}" srcOrd="7" destOrd="0" presId="urn:microsoft.com/office/officeart/2005/8/layout/cycle1"/>
    <dgm:cxn modelId="{12C36B3E-3919-40FA-B00A-E51D01ABE9FC}" type="presParOf" srcId="{A5E52DAD-CB46-4C57-92E7-440202D99996}" destId="{A3D35B9E-AD54-4963-B173-71895987D114}" srcOrd="8" destOrd="0" presId="urn:microsoft.com/office/officeart/2005/8/layout/cycle1"/>
    <dgm:cxn modelId="{DB656D0A-5A85-4555-9412-E3F2B75E8703}" type="presParOf" srcId="{A5E52DAD-CB46-4C57-92E7-440202D99996}" destId="{BC2D75D2-A52D-48E7-B947-2A398E255908}" srcOrd="9" destOrd="0" presId="urn:microsoft.com/office/officeart/2005/8/layout/cycle1"/>
    <dgm:cxn modelId="{34B30AAC-E3DC-4504-81A4-83406B3D777D}" type="presParOf" srcId="{A5E52DAD-CB46-4C57-92E7-440202D99996}" destId="{613D99B5-3F1D-40BC-8CDD-5B5A2F038842}" srcOrd="10" destOrd="0" presId="urn:microsoft.com/office/officeart/2005/8/layout/cycle1"/>
    <dgm:cxn modelId="{6E1AC210-A32A-43DC-81E0-E14C22857AF3}" type="presParOf" srcId="{A5E52DAD-CB46-4C57-92E7-440202D99996}" destId="{C8D6BB0B-6986-4A00-A13E-14AF2809ECFE}" srcOrd="11" destOrd="0" presId="urn:microsoft.com/office/officeart/2005/8/layout/cycle1"/>
    <dgm:cxn modelId="{8929A3F1-C522-410C-A54D-1D86ED21F71C}" type="presParOf" srcId="{A5E52DAD-CB46-4C57-92E7-440202D99996}" destId="{B2714119-C77E-4865-B351-F23D3C0C35A1}" srcOrd="12" destOrd="0" presId="urn:microsoft.com/office/officeart/2005/8/layout/cycle1"/>
    <dgm:cxn modelId="{0352F70A-7481-4298-9CFB-4F0F18D359D9}" type="presParOf" srcId="{A5E52DAD-CB46-4C57-92E7-440202D99996}" destId="{072D9A0D-6092-4B94-8B1A-69C0529DA502}" srcOrd="13" destOrd="0" presId="urn:microsoft.com/office/officeart/2005/8/layout/cycle1"/>
    <dgm:cxn modelId="{B46D4EB1-6FF7-4543-8EAB-065B4EE068C8}" type="presParOf" srcId="{A5E52DAD-CB46-4C57-92E7-440202D99996}" destId="{F41132E6-A4C9-4BEF-A563-0237DF6D3BBC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885E2-9AFE-4FB1-96CB-7EA294A8AB3D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Agent Prompt</a:t>
          </a:r>
        </a:p>
      </dsp:txBody>
      <dsp:txXfrm>
        <a:off x="4704665" y="39140"/>
        <a:ext cx="1341437" cy="1341437"/>
      </dsp:txXfrm>
    </dsp:sp>
    <dsp:sp modelId="{2DB4D756-7CC2-4DF6-9577-01414B10750B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D20E6-E0EA-4BD8-9514-6BA7123B9F96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Interactions</a:t>
          </a:r>
        </a:p>
      </dsp:txBody>
      <dsp:txXfrm>
        <a:off x="5515145" y="2533541"/>
        <a:ext cx="1341437" cy="1341437"/>
      </dsp:txXfrm>
    </dsp:sp>
    <dsp:sp modelId="{536EEFAC-F2E1-4C20-A1EF-4A649BECA245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427F2-94F3-4B06-8BD2-AB83E56B7207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Memories</a:t>
          </a:r>
        </a:p>
      </dsp:txBody>
      <dsp:txXfrm>
        <a:off x="3393281" y="4075166"/>
        <a:ext cx="1341437" cy="1341437"/>
      </dsp:txXfrm>
    </dsp:sp>
    <dsp:sp modelId="{A3D35B9E-AD54-4963-B173-71895987D114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3D99B5-3F1D-40BC-8CDD-5B5A2F038842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Intelligence</a:t>
          </a:r>
        </a:p>
      </dsp:txBody>
      <dsp:txXfrm>
        <a:off x="1271416" y="2533541"/>
        <a:ext cx="1341437" cy="1341437"/>
      </dsp:txXfrm>
    </dsp:sp>
    <dsp:sp modelId="{C8D6BB0B-6986-4A00-A13E-14AF2809ECFE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D9A0D-6092-4B94-8B1A-69C0529DA502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Knowledge</a:t>
          </a:r>
        </a:p>
      </dsp:txBody>
      <dsp:txXfrm>
        <a:off x="2081896" y="39140"/>
        <a:ext cx="1341437" cy="1341437"/>
      </dsp:txXfrm>
    </dsp:sp>
    <dsp:sp modelId="{F41132E6-A4C9-4BEF-A563-0237DF6D3BBC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5F678-33D5-92CF-EC1F-5A173F9E9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91DAA-A192-41D1-65C2-A011E0CE9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89647-811D-199C-8471-10A8F368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67586-3689-3CC9-298A-8CE3B4D3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DA135-A9F0-4411-6A6A-60F6626F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7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1308-C326-DC78-C6A1-1C8B0DE2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91F2B-A8A7-D6B9-12F6-D17327D20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4DD00-8A0D-47E5-2B9C-8757D726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2DEBD-5A74-7147-A6AA-4C5676BB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C4557-D727-67AB-63A5-DAF1F36D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79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CF9C-2404-BB5A-F262-20168BA5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59BF8-C4C0-06CB-2AFA-7CF4C1B62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67E22-5C65-DD7C-5828-CF91E1BAE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D977E-E20D-0FDA-1198-BCD48BF6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7322F-06CB-1231-5CAE-49DB1E1F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7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279E-6192-664E-A866-1080ACDC7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CF852-5E8D-E71F-2624-5235673ED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CA235-573C-8248-6DB8-0F0F98588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C2DD7-7401-B7E2-475C-491FABED1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096EC-8748-A4D5-87B6-09AF04A95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02259-6506-EBC8-5A5C-9077695C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7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341C7-22EA-F801-BBB3-76CBBD58C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3F2ED-7709-941C-C917-6578CA477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FDEED-0AD4-3B92-0CE8-BAA08EF96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E0076-C0E5-2810-7B78-755AFD17B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7B12F-E883-715F-0C26-ED6F3B6DB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0F7D2-498B-BC74-25F9-629362C9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5EB8A-C09F-744A-DBBA-C41F4D8B4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07183-47AE-1930-1B17-9C99DA2E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77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6FF5-92E1-1FF1-015C-347D6E23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2FC6C8-08A6-6CDE-A709-60A55920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D34A6-B465-C347-887C-F2E5019B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4E40A-8485-5523-9944-F09E5554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58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C2CCE-3404-D2D5-A76E-98EB980FC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1F803-674F-E406-2AC0-5C15D3C72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D668B-F600-5633-4B81-6A231D20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98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F5910-AD54-A2F0-9E58-66C35BF01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DE57E-DE48-10F8-9694-210058200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774E2-FCA7-BD3C-B629-9FE95A8CD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9A109-B4D7-1D18-CA39-35A7F28C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73C8B-25C2-A179-2EA3-078FC6CF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56EC5-BD12-CA9F-3384-7FA1DDEE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69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BBEC-DA13-B317-2893-9EFF076A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E03F0-A6E6-D537-402D-EC9619BEA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FC80F-9E86-5AC1-F848-1E749067F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F35C6-CC10-B417-56F1-F8A32A6A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FBFB9-7B30-5DEB-B4DB-619956EEF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6ABE-FE58-8EAC-CEAB-41E0AD6F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7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79B5-B615-F837-896B-F5067134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B83E1-096A-733A-0A35-3ECFC2DB0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35CDA-91F8-E54D-E16C-A4656D9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860ED-758E-692A-F493-24933CE4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B9868-0932-5041-C49F-01C1D62E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8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E4916-F134-5DBA-5ADA-8244B06E8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F929F-01F3-0E79-F41A-9E04E4C07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9C495-54AB-1A81-8403-E768C8816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1D3D7-7E25-236C-9C24-6D23BC71A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7DD17-9C9D-3229-262E-04BDB192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1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C0238D-8D82-23A5-1403-6E29C110B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44B1C-F1AB-0A97-7229-A76F6F07B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A60C9-0066-C2E4-D5EB-872AAF01C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FF735-61E9-48B8-A69D-748E04914A7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791C-0F08-51CC-4547-2BEDBC346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348AC-6937-636D-3959-3F2365417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8B2A4-C99D-4308-AEBA-1AF665CE4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8BD4F6A-1597-DE6A-A57A-F45C23B697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870275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5D1D8A7-4649-9706-D340-B938561FFC69}"/>
              </a:ext>
            </a:extLst>
          </p:cNvPr>
          <p:cNvSpPr txBox="1"/>
          <p:nvPr/>
        </p:nvSpPr>
        <p:spPr>
          <a:xfrm>
            <a:off x="6742569" y="1662241"/>
            <a:ext cx="22837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400" dirty="0"/>
              <a:t>[Active Context]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B6C510-BE73-325C-73A0-CE6DF0BBDEC0}"/>
              </a:ext>
            </a:extLst>
          </p:cNvPr>
          <p:cNvSpPr txBox="1"/>
          <p:nvPr/>
        </p:nvSpPr>
        <p:spPr>
          <a:xfrm>
            <a:off x="4852656" y="258001"/>
            <a:ext cx="4055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Learning Wheel</a:t>
            </a:r>
          </a:p>
        </p:txBody>
      </p:sp>
    </p:spTree>
    <p:extLst>
      <p:ext uri="{BB962C8B-B14F-4D97-AF65-F5344CB8AC3E}">
        <p14:creationId xmlns:p14="http://schemas.microsoft.com/office/powerpoint/2010/main" val="2133238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Yassine</dc:creator>
  <cp:lastModifiedBy>Mohamad Yassine</cp:lastModifiedBy>
  <cp:revision>1</cp:revision>
  <dcterms:created xsi:type="dcterms:W3CDTF">2026-04-28T00:13:03Z</dcterms:created>
  <dcterms:modified xsi:type="dcterms:W3CDTF">2026-04-28T00:13:28Z</dcterms:modified>
</cp:coreProperties>
</file>